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3132" autoAdjust="0"/>
    <p:restoredTop sz="94626"/>
  </p:normalViewPr>
  <p:slideViewPr>
    <p:cSldViewPr>
      <p:cViewPr varScale="1">
        <p:scale>
          <a:sx n="137" d="100"/>
          <a:sy n="137" d="100"/>
        </p:scale>
        <p:origin x="2896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A6EBC-9D5A-4BCE-A47C-FD10D520802C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95CFA-BC17-410E-A81A-25820A207E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7222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A6EBC-9D5A-4BCE-A47C-FD10D520802C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95CFA-BC17-410E-A81A-25820A207E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4255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A6EBC-9D5A-4BCE-A47C-FD10D520802C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95CFA-BC17-410E-A81A-25820A207E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1349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A6EBC-9D5A-4BCE-A47C-FD10D520802C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95CFA-BC17-410E-A81A-25820A207E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545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A6EBC-9D5A-4BCE-A47C-FD10D520802C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95CFA-BC17-410E-A81A-25820A207E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8248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A6EBC-9D5A-4BCE-A47C-FD10D520802C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95CFA-BC17-410E-A81A-25820A207E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9092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A6EBC-9D5A-4BCE-A47C-FD10D520802C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95CFA-BC17-410E-A81A-25820A207E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5129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A6EBC-9D5A-4BCE-A47C-FD10D520802C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95CFA-BC17-410E-A81A-25820A207E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9330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A6EBC-9D5A-4BCE-A47C-FD10D520802C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95CFA-BC17-410E-A81A-25820A207E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28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A6EBC-9D5A-4BCE-A47C-FD10D520802C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95CFA-BC17-410E-A81A-25820A207E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692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A6EBC-9D5A-4BCE-A47C-FD10D520802C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95CFA-BC17-410E-A81A-25820A207E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9860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AA6EBC-9D5A-4BCE-A47C-FD10D520802C}" type="datetimeFigureOut">
              <a:rPr lang="en-GB" smtClean="0"/>
              <a:t>19/02/2026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795CFA-BC17-410E-A81A-25820A207E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5132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7504" y="116632"/>
            <a:ext cx="8928992" cy="72008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/>
          </a:p>
        </p:txBody>
      </p:sp>
      <p:sp>
        <p:nvSpPr>
          <p:cNvPr id="5" name="Rectangle 4"/>
          <p:cNvSpPr/>
          <p:nvPr/>
        </p:nvSpPr>
        <p:spPr>
          <a:xfrm>
            <a:off x="107504" y="3789040"/>
            <a:ext cx="2160240" cy="295232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/>
          </a:p>
        </p:txBody>
      </p:sp>
      <p:sp>
        <p:nvSpPr>
          <p:cNvPr id="6" name="Rectangle 5"/>
          <p:cNvSpPr/>
          <p:nvPr/>
        </p:nvSpPr>
        <p:spPr>
          <a:xfrm>
            <a:off x="6804248" y="5048016"/>
            <a:ext cx="2160240" cy="16933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107504" y="127760"/>
            <a:ext cx="9412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entury Gothic" panose="020B0502020202020204" pitchFamily="34" charset="0"/>
              </a:rPr>
              <a:t>Lucy Gray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504" y="3789040"/>
            <a:ext cx="6735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entury Gothic" panose="020B0502020202020204" pitchFamily="34" charset="0"/>
              </a:rPr>
              <a:t>Image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698" y="980728"/>
            <a:ext cx="2160240" cy="266429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/>
          </a:p>
        </p:txBody>
      </p:sp>
      <p:sp>
        <p:nvSpPr>
          <p:cNvPr id="10" name="TextBox 9"/>
          <p:cNvSpPr txBox="1"/>
          <p:nvPr/>
        </p:nvSpPr>
        <p:spPr>
          <a:xfrm>
            <a:off x="107504" y="980728"/>
            <a:ext cx="215943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Century Gothic" panose="020B0502020202020204" pitchFamily="34" charset="0"/>
              </a:rPr>
              <a:t>Age</a:t>
            </a:r>
            <a:r>
              <a:rPr lang="en-GB" sz="1200" dirty="0">
                <a:latin typeface="Century Gothic" panose="020B0502020202020204" pitchFamily="34" charset="0"/>
              </a:rPr>
              <a:t> - 21</a:t>
            </a:r>
          </a:p>
          <a:p>
            <a:endParaRPr lang="en-GB" sz="1200" dirty="0">
              <a:latin typeface="Century Gothic" panose="020B0502020202020204" pitchFamily="34" charset="0"/>
            </a:endParaRPr>
          </a:p>
          <a:p>
            <a:r>
              <a:rPr lang="en-GB" sz="1200" b="1" dirty="0">
                <a:latin typeface="Century Gothic" panose="020B0502020202020204" pitchFamily="34" charset="0"/>
              </a:rPr>
              <a:t>Employment</a:t>
            </a:r>
            <a:r>
              <a:rPr lang="en-GB" sz="1200" dirty="0">
                <a:latin typeface="Century Gothic" panose="020B0502020202020204" pitchFamily="34" charset="0"/>
              </a:rPr>
              <a:t> - Student</a:t>
            </a:r>
          </a:p>
          <a:p>
            <a:endParaRPr lang="en-GB" sz="1200" dirty="0">
              <a:latin typeface="Century Gothic" panose="020B0502020202020204" pitchFamily="34" charset="0"/>
            </a:endParaRPr>
          </a:p>
          <a:p>
            <a:r>
              <a:rPr lang="en-GB" sz="1200" b="1" dirty="0">
                <a:latin typeface="Century Gothic" panose="020B0502020202020204" pitchFamily="34" charset="0"/>
              </a:rPr>
              <a:t>Personality keywords </a:t>
            </a:r>
            <a:r>
              <a:rPr lang="en-GB" sz="1200" dirty="0">
                <a:latin typeface="Century Gothic" panose="020B0502020202020204" pitchFamily="34" charset="0"/>
              </a:rPr>
              <a:t>–</a:t>
            </a:r>
          </a:p>
          <a:p>
            <a:endParaRPr lang="en-GB" sz="1200" dirty="0">
              <a:latin typeface="Century Gothic" panose="020B0502020202020204" pitchFamily="34" charset="0"/>
            </a:endParaRPr>
          </a:p>
          <a:p>
            <a:r>
              <a:rPr lang="en-GB" sz="1200" dirty="0">
                <a:latin typeface="Century Gothic" panose="020B0502020202020204" pitchFamily="34" charset="0"/>
              </a:rPr>
              <a:t>Enjoys taking photos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09810" y="3789040"/>
            <a:ext cx="2034420" cy="295232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Make the website slow and unresponsive. This will be done through using smaller image files allowing for minimum data transfer.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05457" y="3789040"/>
            <a:ext cx="2034420" cy="295232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Ensure the website has good usability. It should be visually engaging and appealing to her. The website should overall have a great UI and provide for an amazing user experience.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5457" y="3830851"/>
            <a:ext cx="8675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entury Gothic" panose="020B0502020202020204" pitchFamily="34" charset="0"/>
              </a:rPr>
              <a:t>We must: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5841" y="3830851"/>
            <a:ext cx="11592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entury Gothic" panose="020B0502020202020204" pitchFamily="34" charset="0"/>
              </a:rPr>
              <a:t>We must not: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02814" y="980728"/>
            <a:ext cx="2034420" cy="266429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To have a successful career and engage in her hobbies more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98461" y="980728"/>
            <a:ext cx="2034420" cy="266429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chemeClr val="tx1"/>
                </a:solidFill>
              </a:rPr>
              <a:t>History student who enjoys photography as a part time hobby.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98461" y="1022539"/>
            <a:ext cx="9412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entury Gothic" panose="020B0502020202020204" pitchFamily="34" charset="0"/>
              </a:rPr>
              <a:t>Biography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8845" y="1022539"/>
            <a:ext cx="6158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Century Gothic" panose="020B0502020202020204" pitchFamily="34" charset="0"/>
              </a:rPr>
              <a:t>Goals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00862" y="5048016"/>
            <a:ext cx="9394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200" dirty="0">
                <a:latin typeface="Century Gothic" panose="020B0502020202020204" pitchFamily="34" charset="0"/>
              </a:rPr>
              <a:t>Phone</a:t>
            </a:r>
          </a:p>
          <a:p>
            <a:pPr algn="r"/>
            <a:endParaRPr lang="en-GB" sz="1200" dirty="0">
              <a:latin typeface="Century Gothic" panose="020B0502020202020204" pitchFamily="34" charset="0"/>
            </a:endParaRPr>
          </a:p>
          <a:p>
            <a:pPr algn="r"/>
            <a:r>
              <a:rPr lang="en-GB" sz="1200" dirty="0">
                <a:latin typeface="Century Gothic" panose="020B0502020202020204" pitchFamily="34" charset="0"/>
              </a:rPr>
              <a:t>Tablet</a:t>
            </a:r>
          </a:p>
          <a:p>
            <a:pPr algn="r"/>
            <a:endParaRPr lang="en-GB" sz="1200" dirty="0">
              <a:latin typeface="Century Gothic" panose="020B0502020202020204" pitchFamily="34" charset="0"/>
            </a:endParaRPr>
          </a:p>
          <a:p>
            <a:pPr algn="r"/>
            <a:r>
              <a:rPr lang="en-GB" sz="1200" dirty="0">
                <a:latin typeface="Century Gothic" panose="020B0502020202020204" pitchFamily="34" charset="0"/>
              </a:rPr>
              <a:t>Laptop</a:t>
            </a:r>
          </a:p>
          <a:p>
            <a:pPr algn="r"/>
            <a:endParaRPr lang="en-GB" sz="1200" dirty="0">
              <a:latin typeface="Century Gothic" panose="020B0502020202020204" pitchFamily="34" charset="0"/>
            </a:endParaRPr>
          </a:p>
          <a:p>
            <a:pPr algn="r"/>
            <a:r>
              <a:rPr lang="en-GB" sz="1200" dirty="0">
                <a:latin typeface="Century Gothic" panose="020B0502020202020204" pitchFamily="34" charset="0"/>
              </a:rPr>
              <a:t>Desktop</a:t>
            </a:r>
          </a:p>
          <a:p>
            <a:pPr algn="r"/>
            <a:endParaRPr lang="en-GB" sz="1200" dirty="0">
              <a:latin typeface="Century Gothic" panose="020B0502020202020204" pitchFamily="34" charset="0"/>
            </a:endParaRPr>
          </a:p>
          <a:p>
            <a:pPr algn="r"/>
            <a:r>
              <a:rPr lang="en-GB" sz="1200" dirty="0">
                <a:latin typeface="Century Gothic" panose="020B0502020202020204" pitchFamily="34" charset="0"/>
              </a:rPr>
              <a:t>Social net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04248" y="2924944"/>
            <a:ext cx="2160240" cy="201058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/>
          </a:p>
        </p:txBody>
      </p:sp>
      <p:sp>
        <p:nvSpPr>
          <p:cNvPr id="23" name="Rectangle 22"/>
          <p:cNvSpPr/>
          <p:nvPr/>
        </p:nvSpPr>
        <p:spPr>
          <a:xfrm>
            <a:off x="6800862" y="1018419"/>
            <a:ext cx="2160240" cy="18665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200" dirty="0"/>
          </a:p>
        </p:txBody>
      </p:sp>
      <p:sp>
        <p:nvSpPr>
          <p:cNvPr id="24" name="TextBox 23"/>
          <p:cNvSpPr txBox="1"/>
          <p:nvPr/>
        </p:nvSpPr>
        <p:spPr>
          <a:xfrm>
            <a:off x="6804248" y="1016903"/>
            <a:ext cx="223224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Century Gothic" panose="020B0502020202020204" pitchFamily="34" charset="0"/>
              </a:rPr>
              <a:t>Personal motivations</a:t>
            </a:r>
          </a:p>
          <a:p>
            <a:endParaRPr lang="en-GB" sz="1200" b="1" dirty="0">
              <a:latin typeface="Century Gothic" panose="020B0502020202020204" pitchFamily="34" charset="0"/>
            </a:endParaRPr>
          </a:p>
          <a:p>
            <a:r>
              <a:rPr lang="en-GB" sz="1200" dirty="0">
                <a:latin typeface="Century Gothic" panose="020B0502020202020204" pitchFamily="34" charset="0"/>
              </a:rPr>
              <a:t>Growth, leisure</a:t>
            </a:r>
          </a:p>
          <a:p>
            <a:endParaRPr lang="en-GB" sz="1200" dirty="0">
              <a:latin typeface="Century Gothic" panose="020B0502020202020204" pitchFamily="34" charset="0"/>
            </a:endParaRPr>
          </a:p>
          <a:p>
            <a:r>
              <a:rPr lang="en-GB" sz="1200" b="1" dirty="0">
                <a:latin typeface="Century Gothic" panose="020B0502020202020204" pitchFamily="34" charset="0"/>
              </a:rPr>
              <a:t>Social motivations</a:t>
            </a:r>
          </a:p>
          <a:p>
            <a:r>
              <a:rPr lang="en-GB" sz="1200" dirty="0">
                <a:latin typeface="Century Gothic" panose="020B0502020202020204" pitchFamily="34" charset="0"/>
              </a:rPr>
              <a:t>Values</a:t>
            </a:r>
          </a:p>
          <a:p>
            <a:endParaRPr lang="en-GB" sz="1200" dirty="0">
              <a:latin typeface="Century Gothic" panose="020B0502020202020204" pitchFamily="34" charset="0"/>
            </a:endParaRPr>
          </a:p>
          <a:p>
            <a:r>
              <a:rPr lang="en-GB" sz="1200" b="1" dirty="0">
                <a:latin typeface="Century Gothic" panose="020B0502020202020204" pitchFamily="34" charset="0"/>
              </a:rPr>
              <a:t>Financial motivations</a:t>
            </a:r>
          </a:p>
          <a:p>
            <a:r>
              <a:rPr lang="en-GB" sz="1200" dirty="0">
                <a:latin typeface="Century Gothic" panose="020B0502020202020204" pitchFamily="34" charset="0"/>
              </a:rPr>
              <a:t>Achievement, Financial stability</a:t>
            </a:r>
          </a:p>
          <a:p>
            <a:endParaRPr lang="en-GB" sz="1200" dirty="0">
              <a:latin typeface="Century Gothic" panose="020B0502020202020204" pitchFamily="34" charset="0"/>
            </a:endParaRPr>
          </a:p>
        </p:txBody>
      </p:sp>
      <p:pic>
        <p:nvPicPr>
          <p:cNvPr id="3" name="Picture 4" descr="Image result for likert scale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441" b="31654"/>
          <a:stretch/>
        </p:blipFill>
        <p:spPr bwMode="auto">
          <a:xfrm>
            <a:off x="7833196" y="5087441"/>
            <a:ext cx="1059284" cy="227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4" descr="Image result for likert scale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441" b="31654"/>
          <a:stretch/>
        </p:blipFill>
        <p:spPr bwMode="auto">
          <a:xfrm>
            <a:off x="7833196" y="5361848"/>
            <a:ext cx="1059284" cy="227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4" descr="Image result for likert scale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441" b="31654"/>
          <a:stretch/>
        </p:blipFill>
        <p:spPr bwMode="auto">
          <a:xfrm>
            <a:off x="7833196" y="5663505"/>
            <a:ext cx="1059284" cy="227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4" descr="Image result for likert scale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441" b="31654"/>
          <a:stretch/>
        </p:blipFill>
        <p:spPr bwMode="auto">
          <a:xfrm>
            <a:off x="7833196" y="5937912"/>
            <a:ext cx="1059284" cy="227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4" descr="Image result for likert scale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441" b="31654"/>
          <a:stretch/>
        </p:blipFill>
        <p:spPr bwMode="auto">
          <a:xfrm>
            <a:off x="7833196" y="6237312"/>
            <a:ext cx="1059284" cy="227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1834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121</Words>
  <Application>Microsoft Macintosh PowerPoint</Application>
  <PresentationFormat>On-screen Show (4:3)</PresentationFormat>
  <Paragraphs>35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Century Gothic</vt:lpstr>
      <vt:lpstr>Office Theme</vt:lpstr>
      <vt:lpstr>PowerPoint Presentation</vt:lpstr>
    </vt:vector>
  </TitlesOfParts>
  <Company>University of Essex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Chamberlain, Jonathan</dc:creator>
  <cp:lastModifiedBy>Enweani, Chinuogu</cp:lastModifiedBy>
  <cp:revision>8</cp:revision>
  <cp:lastPrinted>2017-12-20T09:43:59Z</cp:lastPrinted>
  <dcterms:created xsi:type="dcterms:W3CDTF">2017-12-18T16:42:01Z</dcterms:created>
  <dcterms:modified xsi:type="dcterms:W3CDTF">2026-02-19T11:45:19Z</dcterms:modified>
</cp:coreProperties>
</file>