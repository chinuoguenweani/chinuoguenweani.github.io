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13716000" cy="7099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824"/>
    <p:restoredTop sz="96739"/>
  </p:normalViewPr>
  <p:slideViewPr>
    <p:cSldViewPr snapToGrid="0">
      <p:cViewPr>
        <p:scale>
          <a:sx n="83" d="100"/>
          <a:sy n="83" d="100"/>
        </p:scale>
        <p:origin x="272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EF7D43-427B-FD70-FC22-E140B41E24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2402038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F406B-EC45-24B9-20EA-E66D7A9AE8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1ADB2-3866-47FA-8182-F32F4D5362A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4AF4C-AEB5-D8A9-458C-A4A6AC5522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DEC36-3F64-5F1F-1217-AA1441C967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0464D-5D09-41ED-B0F9-65112B2983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551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2402038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CBB96-AF68-4309-8B6B-104C708CB051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9263" y="1143000"/>
            <a:ext cx="5959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1C44C-7594-4458-8419-9DDF6772C0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946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1pPr>
    <a:lvl2pPr marL="499537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2pPr>
    <a:lvl3pPr marL="999073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3pPr>
    <a:lvl4pPr marL="1498610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4pPr>
    <a:lvl5pPr marL="1998147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5pPr>
    <a:lvl6pPr marL="2497684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6pPr>
    <a:lvl7pPr marL="2997220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7pPr>
    <a:lvl8pPr marL="3496757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8pPr>
    <a:lvl9pPr marL="3996294" algn="l" defTabSz="999073" rtl="0" eaLnBrk="1" latinLnBrk="0" hangingPunct="1">
      <a:defRPr sz="13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161854"/>
            <a:ext cx="10287000" cy="2471608"/>
          </a:xfrm>
        </p:spPr>
        <p:txBody>
          <a:bodyPr anchor="b"/>
          <a:lstStyle>
            <a:lvl1pPr algn="ctr">
              <a:defRPr sz="62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728777"/>
            <a:ext cx="10287000" cy="1714020"/>
          </a:xfrm>
        </p:spPr>
        <p:txBody>
          <a:bodyPr/>
          <a:lstStyle>
            <a:lvl1pPr marL="0" indent="0" algn="ctr">
              <a:buNone/>
              <a:defRPr sz="2484"/>
            </a:lvl1pPr>
            <a:lvl2pPr marL="473293" indent="0" algn="ctr">
              <a:buNone/>
              <a:defRPr sz="2070"/>
            </a:lvl2pPr>
            <a:lvl3pPr marL="946587" indent="0" algn="ctr">
              <a:buNone/>
              <a:defRPr sz="1863"/>
            </a:lvl3pPr>
            <a:lvl4pPr marL="1419880" indent="0" algn="ctr">
              <a:buNone/>
              <a:defRPr sz="1656"/>
            </a:lvl4pPr>
            <a:lvl5pPr marL="1893174" indent="0" algn="ctr">
              <a:buNone/>
              <a:defRPr sz="1656"/>
            </a:lvl5pPr>
            <a:lvl6pPr marL="2366467" indent="0" algn="ctr">
              <a:buNone/>
              <a:defRPr sz="1656"/>
            </a:lvl6pPr>
            <a:lvl7pPr marL="2839761" indent="0" algn="ctr">
              <a:buNone/>
              <a:defRPr sz="1656"/>
            </a:lvl7pPr>
            <a:lvl8pPr marL="3313054" indent="0" algn="ctr">
              <a:buNone/>
              <a:defRPr sz="1656"/>
            </a:lvl8pPr>
            <a:lvl9pPr marL="3786348" indent="0" algn="ctr">
              <a:buNone/>
              <a:defRPr sz="165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80BD-F99E-4EF4-8684-3B2C06408BD9}" type="datetime1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1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36790-D2A6-4570-AE44-07EDFA85F3DE}" type="datetime1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89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769896"/>
            <a:ext cx="11830050" cy="2953111"/>
          </a:xfrm>
        </p:spPr>
        <p:txBody>
          <a:bodyPr anchor="b"/>
          <a:lstStyle>
            <a:lvl1pPr>
              <a:defRPr sz="62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750945"/>
            <a:ext cx="11830050" cy="1552971"/>
          </a:xfrm>
        </p:spPr>
        <p:txBody>
          <a:bodyPr/>
          <a:lstStyle>
            <a:lvl1pPr marL="0" indent="0">
              <a:buNone/>
              <a:defRPr sz="2484">
                <a:solidFill>
                  <a:schemeClr val="tx1">
                    <a:tint val="82000"/>
                  </a:schemeClr>
                </a:solidFill>
              </a:defRPr>
            </a:lvl1pPr>
            <a:lvl2pPr marL="473293" indent="0">
              <a:buNone/>
              <a:defRPr sz="2070">
                <a:solidFill>
                  <a:schemeClr val="tx1">
                    <a:tint val="82000"/>
                  </a:schemeClr>
                </a:solidFill>
              </a:defRPr>
            </a:lvl2pPr>
            <a:lvl3pPr marL="946587" indent="0">
              <a:buNone/>
              <a:defRPr sz="1863">
                <a:solidFill>
                  <a:schemeClr val="tx1">
                    <a:tint val="82000"/>
                  </a:schemeClr>
                </a:solidFill>
              </a:defRPr>
            </a:lvl3pPr>
            <a:lvl4pPr marL="1419880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4pPr>
            <a:lvl5pPr marL="1893174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5pPr>
            <a:lvl6pPr marL="2366467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6pPr>
            <a:lvl7pPr marL="2839761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7pPr>
            <a:lvl8pPr marL="3313054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8pPr>
            <a:lvl9pPr marL="3786348" indent="0">
              <a:buNone/>
              <a:defRPr sz="16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FA79-A3EA-4A22-98BE-BC3AA4FE6DE9}" type="datetime1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70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89860"/>
            <a:ext cx="5829300" cy="4504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889860"/>
            <a:ext cx="5829300" cy="4504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ED6F-8015-4AA0-8FE4-A6A7E9787A2F}" type="datetime1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83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377973"/>
            <a:ext cx="11830050" cy="13722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740315"/>
            <a:ext cx="5802510" cy="852901"/>
          </a:xfrm>
        </p:spPr>
        <p:txBody>
          <a:bodyPr anchor="b"/>
          <a:lstStyle>
            <a:lvl1pPr marL="0" indent="0">
              <a:buNone/>
              <a:defRPr sz="2484" b="1"/>
            </a:lvl1pPr>
            <a:lvl2pPr marL="473293" indent="0">
              <a:buNone/>
              <a:defRPr sz="2070" b="1"/>
            </a:lvl2pPr>
            <a:lvl3pPr marL="946587" indent="0">
              <a:buNone/>
              <a:defRPr sz="1863" b="1"/>
            </a:lvl3pPr>
            <a:lvl4pPr marL="1419880" indent="0">
              <a:buNone/>
              <a:defRPr sz="1656" b="1"/>
            </a:lvl4pPr>
            <a:lvl5pPr marL="1893174" indent="0">
              <a:buNone/>
              <a:defRPr sz="1656" b="1"/>
            </a:lvl5pPr>
            <a:lvl6pPr marL="2366467" indent="0">
              <a:buNone/>
              <a:defRPr sz="1656" b="1"/>
            </a:lvl6pPr>
            <a:lvl7pPr marL="2839761" indent="0">
              <a:buNone/>
              <a:defRPr sz="1656" b="1"/>
            </a:lvl7pPr>
            <a:lvl8pPr marL="3313054" indent="0">
              <a:buNone/>
              <a:defRPr sz="1656" b="1"/>
            </a:lvl8pPr>
            <a:lvl9pPr marL="3786348" indent="0">
              <a:buNone/>
              <a:defRPr sz="16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593216"/>
            <a:ext cx="5802510" cy="38142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740315"/>
            <a:ext cx="5831087" cy="852901"/>
          </a:xfrm>
        </p:spPr>
        <p:txBody>
          <a:bodyPr anchor="b"/>
          <a:lstStyle>
            <a:lvl1pPr marL="0" indent="0">
              <a:buNone/>
              <a:defRPr sz="2484" b="1"/>
            </a:lvl1pPr>
            <a:lvl2pPr marL="473293" indent="0">
              <a:buNone/>
              <a:defRPr sz="2070" b="1"/>
            </a:lvl2pPr>
            <a:lvl3pPr marL="946587" indent="0">
              <a:buNone/>
              <a:defRPr sz="1863" b="1"/>
            </a:lvl3pPr>
            <a:lvl4pPr marL="1419880" indent="0">
              <a:buNone/>
              <a:defRPr sz="1656" b="1"/>
            </a:lvl4pPr>
            <a:lvl5pPr marL="1893174" indent="0">
              <a:buNone/>
              <a:defRPr sz="1656" b="1"/>
            </a:lvl5pPr>
            <a:lvl6pPr marL="2366467" indent="0">
              <a:buNone/>
              <a:defRPr sz="1656" b="1"/>
            </a:lvl6pPr>
            <a:lvl7pPr marL="2839761" indent="0">
              <a:buNone/>
              <a:defRPr sz="1656" b="1"/>
            </a:lvl7pPr>
            <a:lvl8pPr marL="3313054" indent="0">
              <a:buNone/>
              <a:defRPr sz="1656" b="1"/>
            </a:lvl8pPr>
            <a:lvl9pPr marL="3786348" indent="0">
              <a:buNone/>
              <a:defRPr sz="16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593216"/>
            <a:ext cx="5831087" cy="38142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9A22-A656-4999-AEEC-D94DE0E33F8A}" type="datetime1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26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8527-D8E2-4EF4-8FF6-ED8B7A7084B5}" type="datetime1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81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E1817-8CC9-4BDA-BD71-79F3AE09D386}" type="datetime1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9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73287"/>
            <a:ext cx="4423767" cy="1656503"/>
          </a:xfrm>
        </p:spPr>
        <p:txBody>
          <a:bodyPr anchor="b"/>
          <a:lstStyle>
            <a:lvl1pPr>
              <a:defRPr sz="33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022168"/>
            <a:ext cx="6943725" cy="5045104"/>
          </a:xfrm>
        </p:spPr>
        <p:txBody>
          <a:bodyPr/>
          <a:lstStyle>
            <a:lvl1pPr>
              <a:defRPr sz="3313"/>
            </a:lvl1pPr>
            <a:lvl2pPr>
              <a:defRPr sz="2899"/>
            </a:lvl2pPr>
            <a:lvl3pPr>
              <a:defRPr sz="2484"/>
            </a:lvl3pPr>
            <a:lvl4pPr>
              <a:defRPr sz="2070"/>
            </a:lvl4pPr>
            <a:lvl5pPr>
              <a:defRPr sz="2070"/>
            </a:lvl5pPr>
            <a:lvl6pPr>
              <a:defRPr sz="2070"/>
            </a:lvl6pPr>
            <a:lvl7pPr>
              <a:defRPr sz="2070"/>
            </a:lvl7pPr>
            <a:lvl8pPr>
              <a:defRPr sz="2070"/>
            </a:lvl8pPr>
            <a:lvl9pPr>
              <a:defRPr sz="20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129790"/>
            <a:ext cx="4423767" cy="3945699"/>
          </a:xfrm>
        </p:spPr>
        <p:txBody>
          <a:bodyPr/>
          <a:lstStyle>
            <a:lvl1pPr marL="0" indent="0">
              <a:buNone/>
              <a:defRPr sz="1656"/>
            </a:lvl1pPr>
            <a:lvl2pPr marL="473293" indent="0">
              <a:buNone/>
              <a:defRPr sz="1449"/>
            </a:lvl2pPr>
            <a:lvl3pPr marL="946587" indent="0">
              <a:buNone/>
              <a:defRPr sz="1242"/>
            </a:lvl3pPr>
            <a:lvl4pPr marL="1419880" indent="0">
              <a:buNone/>
              <a:defRPr sz="1035"/>
            </a:lvl4pPr>
            <a:lvl5pPr marL="1893174" indent="0">
              <a:buNone/>
              <a:defRPr sz="1035"/>
            </a:lvl5pPr>
            <a:lvl6pPr marL="2366467" indent="0">
              <a:buNone/>
              <a:defRPr sz="1035"/>
            </a:lvl6pPr>
            <a:lvl7pPr marL="2839761" indent="0">
              <a:buNone/>
              <a:defRPr sz="1035"/>
            </a:lvl7pPr>
            <a:lvl8pPr marL="3313054" indent="0">
              <a:buNone/>
              <a:defRPr sz="1035"/>
            </a:lvl8pPr>
            <a:lvl9pPr marL="3786348" indent="0">
              <a:buNone/>
              <a:defRPr sz="10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DEA1B-545F-4FBC-BA96-BC732212D5C0}" type="datetime1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23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73287"/>
            <a:ext cx="4423767" cy="1656503"/>
          </a:xfrm>
        </p:spPr>
        <p:txBody>
          <a:bodyPr anchor="b"/>
          <a:lstStyle>
            <a:lvl1pPr>
              <a:defRPr sz="33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022168"/>
            <a:ext cx="6943725" cy="5045104"/>
          </a:xfrm>
        </p:spPr>
        <p:txBody>
          <a:bodyPr anchor="t"/>
          <a:lstStyle>
            <a:lvl1pPr marL="0" indent="0">
              <a:buNone/>
              <a:defRPr sz="3313"/>
            </a:lvl1pPr>
            <a:lvl2pPr marL="473293" indent="0">
              <a:buNone/>
              <a:defRPr sz="2899"/>
            </a:lvl2pPr>
            <a:lvl3pPr marL="946587" indent="0">
              <a:buNone/>
              <a:defRPr sz="2484"/>
            </a:lvl3pPr>
            <a:lvl4pPr marL="1419880" indent="0">
              <a:buNone/>
              <a:defRPr sz="2070"/>
            </a:lvl4pPr>
            <a:lvl5pPr marL="1893174" indent="0">
              <a:buNone/>
              <a:defRPr sz="2070"/>
            </a:lvl5pPr>
            <a:lvl6pPr marL="2366467" indent="0">
              <a:buNone/>
              <a:defRPr sz="2070"/>
            </a:lvl6pPr>
            <a:lvl7pPr marL="2839761" indent="0">
              <a:buNone/>
              <a:defRPr sz="2070"/>
            </a:lvl7pPr>
            <a:lvl8pPr marL="3313054" indent="0">
              <a:buNone/>
              <a:defRPr sz="2070"/>
            </a:lvl8pPr>
            <a:lvl9pPr marL="3786348" indent="0">
              <a:buNone/>
              <a:defRPr sz="20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129790"/>
            <a:ext cx="4423767" cy="3945699"/>
          </a:xfrm>
        </p:spPr>
        <p:txBody>
          <a:bodyPr/>
          <a:lstStyle>
            <a:lvl1pPr marL="0" indent="0">
              <a:buNone/>
              <a:defRPr sz="1656"/>
            </a:lvl1pPr>
            <a:lvl2pPr marL="473293" indent="0">
              <a:buNone/>
              <a:defRPr sz="1449"/>
            </a:lvl2pPr>
            <a:lvl3pPr marL="946587" indent="0">
              <a:buNone/>
              <a:defRPr sz="1242"/>
            </a:lvl3pPr>
            <a:lvl4pPr marL="1419880" indent="0">
              <a:buNone/>
              <a:defRPr sz="1035"/>
            </a:lvl4pPr>
            <a:lvl5pPr marL="1893174" indent="0">
              <a:buNone/>
              <a:defRPr sz="1035"/>
            </a:lvl5pPr>
            <a:lvl6pPr marL="2366467" indent="0">
              <a:buNone/>
              <a:defRPr sz="1035"/>
            </a:lvl6pPr>
            <a:lvl7pPr marL="2839761" indent="0">
              <a:buNone/>
              <a:defRPr sz="1035"/>
            </a:lvl7pPr>
            <a:lvl8pPr marL="3313054" indent="0">
              <a:buNone/>
              <a:defRPr sz="1035"/>
            </a:lvl8pPr>
            <a:lvl9pPr marL="3786348" indent="0">
              <a:buNone/>
              <a:defRPr sz="10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750B2-2D9A-4C3A-980B-E7BF7499EEC6}" type="datetime1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33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A518-3BA4-4374-88FE-40AEB0448E13}" type="datetime1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3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77972"/>
            <a:ext cx="2957513" cy="601632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77972"/>
            <a:ext cx="8701088" cy="601632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8338-F972-43B3-8935-56A05E97FDA3}" type="datetime1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75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77973"/>
            <a:ext cx="11830050" cy="1372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889860"/>
            <a:ext cx="11830050" cy="4504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580000"/>
            <a:ext cx="3086100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F11E2-F419-450D-8480-87EC0A06D73D}" type="datetime1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580000"/>
            <a:ext cx="4629150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2402038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580000"/>
            <a:ext cx="3086100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76E65-ABAE-4C1D-BB12-CAD241B2E6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23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46587" rtl="0" eaLnBrk="1" latinLnBrk="0" hangingPunct="1">
        <a:lnSpc>
          <a:spcPct val="90000"/>
        </a:lnSpc>
        <a:spcBef>
          <a:spcPct val="0"/>
        </a:spcBef>
        <a:buNone/>
        <a:defRPr sz="45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6647" indent="-236647" algn="l" defTabSz="946587" rtl="0" eaLnBrk="1" latinLnBrk="0" hangingPunct="1">
        <a:lnSpc>
          <a:spcPct val="90000"/>
        </a:lnSpc>
        <a:spcBef>
          <a:spcPts val="1035"/>
        </a:spcBef>
        <a:buFont typeface="Arial" panose="020B0604020202020204" pitchFamily="34" charset="0"/>
        <a:buChar char="•"/>
        <a:defRPr sz="2899" kern="1200">
          <a:solidFill>
            <a:schemeClr val="tx1"/>
          </a:solidFill>
          <a:latin typeface="+mn-lt"/>
          <a:ea typeface="+mn-ea"/>
          <a:cs typeface="+mn-cs"/>
        </a:defRPr>
      </a:lvl1pPr>
      <a:lvl2pPr marL="709940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2484" kern="1200">
          <a:solidFill>
            <a:schemeClr val="tx1"/>
          </a:solidFill>
          <a:latin typeface="+mn-lt"/>
          <a:ea typeface="+mn-ea"/>
          <a:cs typeface="+mn-cs"/>
        </a:defRPr>
      </a:lvl2pPr>
      <a:lvl3pPr marL="1183234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3pPr>
      <a:lvl4pPr marL="1656527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4pPr>
      <a:lvl5pPr marL="2129820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5pPr>
      <a:lvl6pPr marL="2603114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6pPr>
      <a:lvl7pPr marL="3076407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7pPr>
      <a:lvl8pPr marL="3549701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8pPr>
      <a:lvl9pPr marL="4022994" indent="-236647" algn="l" defTabSz="946587" rtl="0" eaLnBrk="1" latinLnBrk="0" hangingPunct="1">
        <a:lnSpc>
          <a:spcPct val="90000"/>
        </a:lnSpc>
        <a:spcBef>
          <a:spcPts val="518"/>
        </a:spcBef>
        <a:buFont typeface="Arial" panose="020B0604020202020204" pitchFamily="34" charset="0"/>
        <a:buChar char="•"/>
        <a:defRPr sz="18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1pPr>
      <a:lvl2pPr marL="473293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2pPr>
      <a:lvl3pPr marL="946587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3pPr>
      <a:lvl4pPr marL="1419880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4pPr>
      <a:lvl5pPr marL="1893174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5pPr>
      <a:lvl6pPr marL="2366467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6pPr>
      <a:lvl7pPr marL="2839761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7pPr>
      <a:lvl8pPr marL="3313054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8pPr>
      <a:lvl9pPr marL="3786348" algn="l" defTabSz="946587" rtl="0" eaLnBrk="1" latinLnBrk="0" hangingPunct="1">
        <a:defRPr sz="18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CDB58-5E6D-FC99-2C4F-5A23E82C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206" y="377973"/>
            <a:ext cx="10885592" cy="6229109"/>
          </a:xfrm>
        </p:spPr>
        <p:txBody>
          <a:bodyPr/>
          <a:lstStyle/>
          <a:p>
            <a:r>
              <a:rPr lang="en-GB"/>
              <a:t>Laptop screen – 1080 pixel width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71096-9EAA-3875-0CAE-494B3DF6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</p:spTree>
    <p:extLst>
      <p:ext uri="{BB962C8B-B14F-4D97-AF65-F5344CB8AC3E}">
        <p14:creationId xmlns:p14="http://schemas.microsoft.com/office/powerpoint/2010/main" val="61987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67904B-D83B-400E-44DB-A9BF38D6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  <p:pic>
        <p:nvPicPr>
          <p:cNvPr id="24" name="Picture 23" descr="A boat in a body of water with mountains in the background with Mount Pinatubo in the background&#10;&#10;AI-generated content may be incorrect.">
            <a:extLst>
              <a:ext uri="{FF2B5EF4-FFF2-40B4-BE49-F238E27FC236}">
                <a16:creationId xmlns:a16="http://schemas.microsoft.com/office/drawing/2014/main" id="{5689A0F5-71FC-9487-31CD-E771C589F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141" y="3110356"/>
            <a:ext cx="3371040" cy="2663875"/>
          </a:xfrm>
          <a:prstGeom prst="rect">
            <a:avLst/>
          </a:prstGeom>
        </p:spPr>
      </p:pic>
      <p:pic>
        <p:nvPicPr>
          <p:cNvPr id="28" name="Picture 27" descr="A cabin on the water&#10;&#10;AI-generated content may be incorrect.">
            <a:extLst>
              <a:ext uri="{FF2B5EF4-FFF2-40B4-BE49-F238E27FC236}">
                <a16:creationId xmlns:a16="http://schemas.microsoft.com/office/drawing/2014/main" id="{3068CA7D-D6E0-183A-1333-0BAF99731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519" y="3110357"/>
            <a:ext cx="3432567" cy="2658930"/>
          </a:xfrm>
          <a:prstGeom prst="rect">
            <a:avLst/>
          </a:prstGeom>
        </p:spPr>
      </p:pic>
      <p:pic>
        <p:nvPicPr>
          <p:cNvPr id="30" name="Picture 29" descr="A glass of ice tea with lime slices on a wooden board&#10;&#10;AI-generated content may be incorrect.">
            <a:extLst>
              <a:ext uri="{FF2B5EF4-FFF2-40B4-BE49-F238E27FC236}">
                <a16:creationId xmlns:a16="http://schemas.microsoft.com/office/drawing/2014/main" id="{C7622113-FED0-D4E6-B4D1-C7F716F01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255" y="3085095"/>
            <a:ext cx="2541724" cy="2839754"/>
          </a:xfrm>
          <a:prstGeom prst="rect">
            <a:avLst/>
          </a:prstGeom>
        </p:spPr>
      </p:pic>
      <p:pic>
        <p:nvPicPr>
          <p:cNvPr id="41" name="Picture 40" descr="A close-up of a logo&#10;&#10;AI-generated content may be incorrect.">
            <a:extLst>
              <a:ext uri="{FF2B5EF4-FFF2-40B4-BE49-F238E27FC236}">
                <a16:creationId xmlns:a16="http://schemas.microsoft.com/office/drawing/2014/main" id="{F87623F1-5E82-EDCF-0A94-994FF5363F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991" y="288075"/>
            <a:ext cx="2528578" cy="65445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A155F0A-2A2A-374E-62EB-36F9DDD0500B}"/>
              </a:ext>
            </a:extLst>
          </p:cNvPr>
          <p:cNvSpPr txBox="1"/>
          <p:nvPr/>
        </p:nvSpPr>
        <p:spPr>
          <a:xfrm>
            <a:off x="5049185" y="1006228"/>
            <a:ext cx="3574050" cy="47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46533">
              <a:defRPr/>
            </a:pPr>
            <a:r>
              <a:rPr lang="en-GB" sz="1242" dirty="0">
                <a:solidFill>
                  <a:prstClr val="black"/>
                </a:solidFill>
                <a:latin typeface="Aptos" panose="02110004020202020204"/>
              </a:rPr>
              <a:t>Portfolio  ^           About        Purchase prints</a:t>
            </a:r>
          </a:p>
          <a:p>
            <a:endParaRPr lang="en-GB" sz="1242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A0DBC4-9CB6-EC09-A7FA-ADACF5809718}"/>
              </a:ext>
            </a:extLst>
          </p:cNvPr>
          <p:cNvSpPr txBox="1"/>
          <p:nvPr/>
        </p:nvSpPr>
        <p:spPr>
          <a:xfrm>
            <a:off x="5267232" y="1484134"/>
            <a:ext cx="1077126" cy="856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946533">
              <a:defRPr/>
            </a:pPr>
            <a:r>
              <a:rPr lang="en-GB" sz="1242" dirty="0">
                <a:solidFill>
                  <a:sysClr val="windowText" lastClr="000000"/>
                </a:solidFill>
                <a:latin typeface="Aptos" panose="02110004020202020204"/>
              </a:rPr>
              <a:t>Landscape</a:t>
            </a:r>
          </a:p>
          <a:p>
            <a:pPr algn="ctr" defTabSz="946533">
              <a:defRPr/>
            </a:pPr>
            <a:endParaRPr lang="en-GB" sz="1242" dirty="0">
              <a:solidFill>
                <a:sysClr val="windowText" lastClr="000000"/>
              </a:solidFill>
              <a:latin typeface="Aptos" panose="02110004020202020204"/>
            </a:endParaRPr>
          </a:p>
          <a:p>
            <a:pPr algn="ctr" defTabSz="946533">
              <a:defRPr/>
            </a:pPr>
            <a:r>
              <a:rPr lang="en-GB" sz="1242" dirty="0">
                <a:solidFill>
                  <a:sysClr val="windowText" lastClr="000000"/>
                </a:solidFill>
                <a:latin typeface="Aptos" panose="02110004020202020204"/>
              </a:rPr>
              <a:t>Still life</a:t>
            </a:r>
          </a:p>
          <a:p>
            <a:endParaRPr lang="en-GB" sz="1242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DF25FB-225C-2B76-58E1-9E565E5056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691" y="6247681"/>
            <a:ext cx="201601" cy="201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9A809C-396F-2AD3-8B66-3623C2508D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932" y="6247681"/>
            <a:ext cx="201601" cy="201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20333C-B6BD-8B7B-9D46-92DD715B77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168" y="6247681"/>
            <a:ext cx="201601" cy="201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DB88E6-F8A2-9600-81BF-769DD83A59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6131" y="689987"/>
            <a:ext cx="230530" cy="2305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D31BF3-22A3-79A5-92DC-78F238F1EB1A}"/>
              </a:ext>
            </a:extLst>
          </p:cNvPr>
          <p:cNvSpPr txBox="1"/>
          <p:nvPr/>
        </p:nvSpPr>
        <p:spPr>
          <a:xfrm>
            <a:off x="2669410" y="6205110"/>
            <a:ext cx="2148691" cy="283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42" dirty="0">
                <a:solidFill>
                  <a:schemeClr val="bg2">
                    <a:lumMod val="50000"/>
                  </a:schemeClr>
                </a:solidFill>
              </a:rPr>
              <a:t>© 2026 Jermaine Fotography</a:t>
            </a:r>
          </a:p>
        </p:txBody>
      </p:sp>
    </p:spTree>
    <p:extLst>
      <p:ext uri="{BB962C8B-B14F-4D97-AF65-F5344CB8AC3E}">
        <p14:creationId xmlns:p14="http://schemas.microsoft.com/office/powerpoint/2010/main" val="283929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1803</TotalTime>
  <Words>20</Words>
  <Application>Microsoft Macintosh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Laptop screen – 1080 pixel width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Enweani, Chinuogu</dc:creator>
  <cp:lastModifiedBy>Enweani, Chinuogu</cp:lastModifiedBy>
  <cp:revision>13</cp:revision>
  <dcterms:created xsi:type="dcterms:W3CDTF">2026-02-13T11:12:28Z</dcterms:created>
  <dcterms:modified xsi:type="dcterms:W3CDTF">2026-02-19T03:27:21Z</dcterms:modified>
</cp:coreProperties>
</file>