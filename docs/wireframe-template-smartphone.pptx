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0" r:id="rId3"/>
  </p:sldIdLst>
  <p:sldSz cx="609441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46"/>
    <p:restoredTop sz="94639"/>
  </p:normalViewPr>
  <p:slideViewPr>
    <p:cSldViewPr snapToGrid="0">
      <p:cViewPr varScale="1">
        <p:scale>
          <a:sx n="137" d="100"/>
          <a:sy n="137" d="100"/>
        </p:scale>
        <p:origin x="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081" y="1122363"/>
            <a:ext cx="5180251" cy="2387600"/>
          </a:xfrm>
        </p:spPr>
        <p:txBody>
          <a:bodyPr anchor="b"/>
          <a:lstStyle>
            <a:lvl1pPr algn="ctr">
              <a:defRPr sz="39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1802" y="3602038"/>
            <a:ext cx="4570810" cy="1655762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724" indent="0" algn="ctr">
              <a:buNone/>
              <a:defRPr sz="1333"/>
            </a:lvl2pPr>
            <a:lvl3pPr marL="609448" indent="0" algn="ctr">
              <a:buNone/>
              <a:defRPr sz="1200"/>
            </a:lvl3pPr>
            <a:lvl4pPr marL="914171" indent="0" algn="ctr">
              <a:buNone/>
              <a:defRPr sz="1066"/>
            </a:lvl4pPr>
            <a:lvl5pPr marL="1218895" indent="0" algn="ctr">
              <a:buNone/>
              <a:defRPr sz="1066"/>
            </a:lvl5pPr>
            <a:lvl6pPr marL="1523619" indent="0" algn="ctr">
              <a:buNone/>
              <a:defRPr sz="1066"/>
            </a:lvl6pPr>
            <a:lvl7pPr marL="1828343" indent="0" algn="ctr">
              <a:buNone/>
              <a:defRPr sz="1066"/>
            </a:lvl7pPr>
            <a:lvl8pPr marL="2133067" indent="0" algn="ctr">
              <a:buNone/>
              <a:defRPr sz="1066"/>
            </a:lvl8pPr>
            <a:lvl9pPr marL="2437790" indent="0" algn="ctr">
              <a:buNone/>
              <a:defRPr sz="106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2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549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817" y="1709740"/>
            <a:ext cx="5256431" cy="2852737"/>
          </a:xfrm>
        </p:spPr>
        <p:txBody>
          <a:bodyPr anchor="b"/>
          <a:lstStyle>
            <a:lvl1pPr>
              <a:defRPr sz="39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817" y="4589465"/>
            <a:ext cx="5256431" cy="150018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724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4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171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4pPr>
            <a:lvl5pPr marL="1218895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5pPr>
            <a:lvl6pPr marL="1523619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6pPr>
            <a:lvl7pPr marL="1828343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7pPr>
            <a:lvl8pPr marL="2133067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8pPr>
            <a:lvl9pPr marL="2437790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797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8991" y="1825625"/>
            <a:ext cx="259012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85296" y="1825625"/>
            <a:ext cx="259012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2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85" y="365126"/>
            <a:ext cx="5256431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785" y="1681163"/>
            <a:ext cx="2578222" cy="82391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24" indent="0">
              <a:buNone/>
              <a:defRPr sz="1333" b="1"/>
            </a:lvl2pPr>
            <a:lvl3pPr marL="609448" indent="0">
              <a:buNone/>
              <a:defRPr sz="1200" b="1"/>
            </a:lvl3pPr>
            <a:lvl4pPr marL="914171" indent="0">
              <a:buNone/>
              <a:defRPr sz="1066" b="1"/>
            </a:lvl4pPr>
            <a:lvl5pPr marL="1218895" indent="0">
              <a:buNone/>
              <a:defRPr sz="1066" b="1"/>
            </a:lvl5pPr>
            <a:lvl6pPr marL="1523619" indent="0">
              <a:buNone/>
              <a:defRPr sz="1066" b="1"/>
            </a:lvl6pPr>
            <a:lvl7pPr marL="1828343" indent="0">
              <a:buNone/>
              <a:defRPr sz="1066" b="1"/>
            </a:lvl7pPr>
            <a:lvl8pPr marL="2133067" indent="0">
              <a:buNone/>
              <a:defRPr sz="1066" b="1"/>
            </a:lvl8pPr>
            <a:lvl9pPr marL="2437790" indent="0">
              <a:buNone/>
              <a:defRPr sz="106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785" y="2505075"/>
            <a:ext cx="25782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85297" y="1681163"/>
            <a:ext cx="2590919" cy="82391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724" indent="0">
              <a:buNone/>
              <a:defRPr sz="1333" b="1"/>
            </a:lvl2pPr>
            <a:lvl3pPr marL="609448" indent="0">
              <a:buNone/>
              <a:defRPr sz="1200" b="1"/>
            </a:lvl3pPr>
            <a:lvl4pPr marL="914171" indent="0">
              <a:buNone/>
              <a:defRPr sz="1066" b="1"/>
            </a:lvl4pPr>
            <a:lvl5pPr marL="1218895" indent="0">
              <a:buNone/>
              <a:defRPr sz="1066" b="1"/>
            </a:lvl5pPr>
            <a:lvl6pPr marL="1523619" indent="0">
              <a:buNone/>
              <a:defRPr sz="1066" b="1"/>
            </a:lvl6pPr>
            <a:lvl7pPr marL="1828343" indent="0">
              <a:buNone/>
              <a:defRPr sz="1066" b="1"/>
            </a:lvl7pPr>
            <a:lvl8pPr marL="2133067" indent="0">
              <a:buNone/>
              <a:defRPr sz="1066" b="1"/>
            </a:lvl8pPr>
            <a:lvl9pPr marL="2437790" indent="0">
              <a:buNone/>
              <a:defRPr sz="106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85297" y="2505075"/>
            <a:ext cx="2590919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168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26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43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85" y="457200"/>
            <a:ext cx="1965607" cy="16002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919" y="987426"/>
            <a:ext cx="3085297" cy="4873625"/>
          </a:xfrm>
        </p:spPr>
        <p:txBody>
          <a:bodyPr/>
          <a:lstStyle>
            <a:lvl1pPr>
              <a:defRPr sz="2133"/>
            </a:lvl1pPr>
            <a:lvl2pPr>
              <a:defRPr sz="1866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785" y="2057400"/>
            <a:ext cx="1965607" cy="3811588"/>
          </a:xfrm>
        </p:spPr>
        <p:txBody>
          <a:bodyPr/>
          <a:lstStyle>
            <a:lvl1pPr marL="0" indent="0">
              <a:buNone/>
              <a:defRPr sz="1066"/>
            </a:lvl1pPr>
            <a:lvl2pPr marL="304724" indent="0">
              <a:buNone/>
              <a:defRPr sz="933"/>
            </a:lvl2pPr>
            <a:lvl3pPr marL="609448" indent="0">
              <a:buNone/>
              <a:defRPr sz="800"/>
            </a:lvl3pPr>
            <a:lvl4pPr marL="914171" indent="0">
              <a:buNone/>
              <a:defRPr sz="667"/>
            </a:lvl4pPr>
            <a:lvl5pPr marL="1218895" indent="0">
              <a:buNone/>
              <a:defRPr sz="667"/>
            </a:lvl5pPr>
            <a:lvl6pPr marL="1523619" indent="0">
              <a:buNone/>
              <a:defRPr sz="667"/>
            </a:lvl6pPr>
            <a:lvl7pPr marL="1828343" indent="0">
              <a:buNone/>
              <a:defRPr sz="667"/>
            </a:lvl7pPr>
            <a:lvl8pPr marL="2133067" indent="0">
              <a:buNone/>
              <a:defRPr sz="667"/>
            </a:lvl8pPr>
            <a:lvl9pPr marL="2437790" indent="0">
              <a:buNone/>
              <a:defRPr sz="66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519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85" y="457200"/>
            <a:ext cx="1965607" cy="16002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90919" y="987426"/>
            <a:ext cx="3085297" cy="4873625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724" indent="0">
              <a:buNone/>
              <a:defRPr sz="1866"/>
            </a:lvl2pPr>
            <a:lvl3pPr marL="609448" indent="0">
              <a:buNone/>
              <a:defRPr sz="1600"/>
            </a:lvl3pPr>
            <a:lvl4pPr marL="914171" indent="0">
              <a:buNone/>
              <a:defRPr sz="1333"/>
            </a:lvl4pPr>
            <a:lvl5pPr marL="1218895" indent="0">
              <a:buNone/>
              <a:defRPr sz="1333"/>
            </a:lvl5pPr>
            <a:lvl6pPr marL="1523619" indent="0">
              <a:buNone/>
              <a:defRPr sz="1333"/>
            </a:lvl6pPr>
            <a:lvl7pPr marL="1828343" indent="0">
              <a:buNone/>
              <a:defRPr sz="1333"/>
            </a:lvl7pPr>
            <a:lvl8pPr marL="2133067" indent="0">
              <a:buNone/>
              <a:defRPr sz="1333"/>
            </a:lvl8pPr>
            <a:lvl9pPr marL="2437790" indent="0">
              <a:buNone/>
              <a:defRPr sz="133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785" y="2057400"/>
            <a:ext cx="1965607" cy="3811588"/>
          </a:xfrm>
        </p:spPr>
        <p:txBody>
          <a:bodyPr/>
          <a:lstStyle>
            <a:lvl1pPr marL="0" indent="0">
              <a:buNone/>
              <a:defRPr sz="1066"/>
            </a:lvl1pPr>
            <a:lvl2pPr marL="304724" indent="0">
              <a:buNone/>
              <a:defRPr sz="933"/>
            </a:lvl2pPr>
            <a:lvl3pPr marL="609448" indent="0">
              <a:buNone/>
              <a:defRPr sz="800"/>
            </a:lvl3pPr>
            <a:lvl4pPr marL="914171" indent="0">
              <a:buNone/>
              <a:defRPr sz="667"/>
            </a:lvl4pPr>
            <a:lvl5pPr marL="1218895" indent="0">
              <a:buNone/>
              <a:defRPr sz="667"/>
            </a:lvl5pPr>
            <a:lvl6pPr marL="1523619" indent="0">
              <a:buNone/>
              <a:defRPr sz="667"/>
            </a:lvl6pPr>
            <a:lvl7pPr marL="1828343" indent="0">
              <a:buNone/>
              <a:defRPr sz="667"/>
            </a:lvl7pPr>
            <a:lvl8pPr marL="2133067" indent="0">
              <a:buNone/>
              <a:defRPr sz="667"/>
            </a:lvl8pPr>
            <a:lvl9pPr marL="2437790" indent="0">
              <a:buNone/>
              <a:defRPr sz="66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904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17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61315" y="365125"/>
            <a:ext cx="1314108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8991" y="365125"/>
            <a:ext cx="3866143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91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8991" y="365126"/>
            <a:ext cx="52564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991" y="1825625"/>
            <a:ext cx="52564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8991" y="6356352"/>
            <a:ext cx="13712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6159C-6766-3745-95EE-9361AB28255B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8775" y="6356352"/>
            <a:ext cx="2056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4179" y="6356352"/>
            <a:ext cx="13712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C09096-78BF-154C-93F1-C7A4371408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1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448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362" indent="-152362" algn="l" defTabSz="60944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6" kern="1200">
          <a:solidFill>
            <a:schemeClr val="tx1"/>
          </a:solidFill>
          <a:latin typeface="+mn-lt"/>
          <a:ea typeface="+mn-ea"/>
          <a:cs typeface="+mn-cs"/>
        </a:defRPr>
      </a:lvl1pPr>
      <a:lvl2pPr marL="457086" indent="-152362" algn="l" defTabSz="60944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1810" indent="-152362" algn="l" defTabSz="60944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533" indent="-152362" algn="l" defTabSz="60944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257" indent="-152362" algn="l" defTabSz="60944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5981" indent="-152362" algn="l" defTabSz="60944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0705" indent="-152362" algn="l" defTabSz="60944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5429" indent="-152362" algn="l" defTabSz="60944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152" indent="-152362" algn="l" defTabSz="60944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724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448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171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8895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3619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343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067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7790" algn="l" defTabSz="60944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33F9-2814-E8AC-58C8-89AC9206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66692-6138-1C1C-BE76-12C5AF1BE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816" y="2019733"/>
            <a:ext cx="4836781" cy="2767772"/>
          </a:xfrm>
        </p:spPr>
        <p:txBody>
          <a:bodyPr/>
          <a:lstStyle/>
          <a:p>
            <a:r>
              <a:rPr lang="en-GB" dirty="0"/>
              <a:t>Smart phone screen – 480 pixel width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D51D4-D3A4-8511-A7A6-2E67A4ED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2402038</a:t>
            </a:r>
          </a:p>
        </p:txBody>
      </p:sp>
    </p:spTree>
    <p:extLst>
      <p:ext uri="{BB962C8B-B14F-4D97-AF65-F5344CB8AC3E}">
        <p14:creationId xmlns:p14="http://schemas.microsoft.com/office/powerpoint/2010/main" val="257299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E8B2-B46D-E7FC-AE68-0B385909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2238CF-B8EB-60CF-D0AD-1B632576B680}"/>
              </a:ext>
            </a:extLst>
          </p:cNvPr>
          <p:cNvSpPr/>
          <p:nvPr/>
        </p:nvSpPr>
        <p:spPr>
          <a:xfrm>
            <a:off x="288326" y="931492"/>
            <a:ext cx="1089666" cy="3876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Portfolio  ^</a:t>
            </a: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 defTabSz="420602">
              <a:defRPr/>
            </a:pPr>
            <a:r>
              <a:rPr lang="en-GB" sz="1100" dirty="0">
                <a:solidFill>
                  <a:sysClr val="windowText" lastClr="000000"/>
                </a:solidFill>
                <a:latin typeface="Aptos" panose="02110004020202020204"/>
              </a:rPr>
              <a:t>Landscape</a:t>
            </a:r>
          </a:p>
          <a:p>
            <a:pPr algn="ctr" defTabSz="420602">
              <a:defRPr/>
            </a:pPr>
            <a:endParaRPr lang="en-GB" sz="1100" dirty="0">
              <a:solidFill>
                <a:sysClr val="windowText" lastClr="000000"/>
              </a:solidFill>
              <a:latin typeface="Aptos" panose="02110004020202020204"/>
            </a:endParaRPr>
          </a:p>
          <a:p>
            <a:pPr algn="ctr" defTabSz="420602">
              <a:defRPr/>
            </a:pPr>
            <a:r>
              <a:rPr lang="en-GB" sz="1100" dirty="0">
                <a:solidFill>
                  <a:sysClr val="windowText" lastClr="000000"/>
                </a:solidFill>
                <a:latin typeface="Aptos" panose="02110004020202020204"/>
              </a:rPr>
              <a:t>Still life</a:t>
            </a:r>
          </a:p>
          <a:p>
            <a:pPr algn="ctr"/>
            <a:endParaRPr lang="en-GB" sz="1100" dirty="0">
              <a:solidFill>
                <a:sysClr val="windowText" lastClr="000000"/>
              </a:solidFill>
              <a:latin typeface="Aptos" panose="02110004020202020204"/>
            </a:endParaRPr>
          </a:p>
          <a:p>
            <a:pPr algn="ctr"/>
            <a:endParaRPr lang="en-GB" sz="1100" dirty="0">
              <a:solidFill>
                <a:sysClr val="windowText" lastClr="000000"/>
              </a:solidFill>
              <a:latin typeface="Aptos" panose="02110004020202020204"/>
            </a:endParaRPr>
          </a:p>
          <a:p>
            <a:pPr algn="ctr"/>
            <a:r>
              <a:rPr lang="en-GB" sz="1100" dirty="0">
                <a:solidFill>
                  <a:schemeClr val="tx1"/>
                </a:solidFill>
              </a:rPr>
              <a:t>About</a:t>
            </a:r>
          </a:p>
          <a:p>
            <a:pPr algn="ctr"/>
            <a:endParaRPr lang="en-GB" sz="1100" dirty="0">
              <a:solidFill>
                <a:schemeClr val="tx1"/>
              </a:solidFill>
            </a:endParaRPr>
          </a:p>
          <a:p>
            <a:pPr algn="ctr"/>
            <a:r>
              <a:rPr lang="en-GB" sz="1100" dirty="0">
                <a:solidFill>
                  <a:schemeClr val="tx1"/>
                </a:solidFill>
              </a:rPr>
              <a:t>Purchase prints</a:t>
            </a:r>
          </a:p>
          <a:p>
            <a:pPr algn="ctr"/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459534-D46C-A789-D549-BD6FA24C3DC3}"/>
              </a:ext>
            </a:extLst>
          </p:cNvPr>
          <p:cNvSpPr/>
          <p:nvPr/>
        </p:nvSpPr>
        <p:spPr>
          <a:xfrm>
            <a:off x="1063793" y="383864"/>
            <a:ext cx="314199" cy="2503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>
                <a:solidFill>
                  <a:schemeClr val="tx1"/>
                </a:solidFill>
              </a:rPr>
              <a:t>☰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8FA219F-012C-4A67-7142-6FA7A138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8775" y="6459867"/>
            <a:ext cx="2056864" cy="261610"/>
          </a:xfrm>
        </p:spPr>
        <p:txBody>
          <a:bodyPr/>
          <a:lstStyle/>
          <a:p>
            <a:r>
              <a:rPr lang="en-GB" sz="1100" dirty="0"/>
              <a:t>2402038</a:t>
            </a:r>
          </a:p>
        </p:txBody>
      </p:sp>
      <p:pic>
        <p:nvPicPr>
          <p:cNvPr id="20" name="Picture 19" descr="A boat in a body of water with mountains in the background with Mount Pinatubo in the background&#10;&#10;AI-generated content may be incorrect.">
            <a:extLst>
              <a:ext uri="{FF2B5EF4-FFF2-40B4-BE49-F238E27FC236}">
                <a16:creationId xmlns:a16="http://schemas.microsoft.com/office/drawing/2014/main" id="{7101F1CF-D434-485E-D1AC-D134C0604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585" y="943734"/>
            <a:ext cx="1734068" cy="1229344"/>
          </a:xfrm>
          <a:prstGeom prst="rect">
            <a:avLst/>
          </a:prstGeom>
        </p:spPr>
      </p:pic>
      <p:pic>
        <p:nvPicPr>
          <p:cNvPr id="21" name="Picture 20" descr="A glass of ice tea with lime slices on a wooden board&#10;&#10;AI-generated content may be incorrect.">
            <a:extLst>
              <a:ext uri="{FF2B5EF4-FFF2-40B4-BE49-F238E27FC236}">
                <a16:creationId xmlns:a16="http://schemas.microsoft.com/office/drawing/2014/main" id="{305C4DB0-E087-1EFD-5BDD-9F93010A9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037" y="969361"/>
            <a:ext cx="993991" cy="1203717"/>
          </a:xfrm>
          <a:prstGeom prst="rect">
            <a:avLst/>
          </a:prstGeom>
        </p:spPr>
      </p:pic>
      <p:pic>
        <p:nvPicPr>
          <p:cNvPr id="22" name="Picture 21" descr="A cabin on the water&#10;&#10;AI-generated content may be incorrect.">
            <a:extLst>
              <a:ext uri="{FF2B5EF4-FFF2-40B4-BE49-F238E27FC236}">
                <a16:creationId xmlns:a16="http://schemas.microsoft.com/office/drawing/2014/main" id="{F98D290A-5BBE-0A17-CA43-B0EAB360C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759" y="2364692"/>
            <a:ext cx="1734069" cy="1321829"/>
          </a:xfrm>
          <a:prstGeom prst="rect">
            <a:avLst/>
          </a:prstGeom>
        </p:spPr>
      </p:pic>
      <p:pic>
        <p:nvPicPr>
          <p:cNvPr id="25" name="Picture 24" descr="A vase of sunflowers and lemons&#10;&#10;AI-generated content may be incorrect.">
            <a:extLst>
              <a:ext uri="{FF2B5EF4-FFF2-40B4-BE49-F238E27FC236}">
                <a16:creationId xmlns:a16="http://schemas.microsoft.com/office/drawing/2014/main" id="{59D8E446-868E-768A-E0C5-433211B6C3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143" y="2429517"/>
            <a:ext cx="952885" cy="1192178"/>
          </a:xfrm>
          <a:prstGeom prst="rect">
            <a:avLst/>
          </a:prstGeom>
        </p:spPr>
      </p:pic>
      <p:pic>
        <p:nvPicPr>
          <p:cNvPr id="28" name="Picture 27" descr="A close-up of a logo&#10;&#10;AI-generated content may be incorrect.">
            <a:extLst>
              <a:ext uri="{FF2B5EF4-FFF2-40B4-BE49-F238E27FC236}">
                <a16:creationId xmlns:a16="http://schemas.microsoft.com/office/drawing/2014/main" id="{C76ABD71-C941-E808-70DE-46779E25A4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195" y="311558"/>
            <a:ext cx="1526068" cy="39498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980A58-E67D-12E0-EACA-AE5A0CDBD4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10" y="3982762"/>
            <a:ext cx="202256" cy="2022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44C838-0723-97FE-9A05-61D71829F38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73" y="3986326"/>
            <a:ext cx="187390" cy="1873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905C2C-BACB-C66B-699A-765D03460C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71" y="3986326"/>
            <a:ext cx="202292" cy="1951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CC8FE5-8805-5EF0-6CB6-32D2F4C06C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135" y="425402"/>
            <a:ext cx="167292" cy="1672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CB6EFC-036A-D705-A2D3-3DD3DEDE0D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406" y="5826915"/>
            <a:ext cx="199187" cy="1991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C4F702D-FDC6-22FD-0698-71B6B58F49F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840" y="5838142"/>
            <a:ext cx="176732" cy="1767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BCC11F-A2B7-D69A-2AFF-28AB4A0B95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470" y="5826914"/>
            <a:ext cx="199187" cy="1991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02AEC35-1907-B17B-D8F9-5328708F828E}"/>
              </a:ext>
            </a:extLst>
          </p:cNvPr>
          <p:cNvSpPr txBox="1"/>
          <p:nvPr/>
        </p:nvSpPr>
        <p:spPr>
          <a:xfrm>
            <a:off x="2065493" y="6114264"/>
            <a:ext cx="196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chemeClr val="bg2">
                    <a:lumMod val="50000"/>
                  </a:schemeClr>
                </a:solidFill>
              </a:rPr>
              <a:t>© 2026 Jermaine Fotography</a:t>
            </a:r>
          </a:p>
        </p:txBody>
      </p:sp>
      <p:pic>
        <p:nvPicPr>
          <p:cNvPr id="10" name="Picture 9" descr="A lake with mountains in the background&#10;&#10;AI-generated content may be incorrect.">
            <a:extLst>
              <a:ext uri="{FF2B5EF4-FFF2-40B4-BE49-F238E27FC236}">
                <a16:creationId xmlns:a16="http://schemas.microsoft.com/office/drawing/2014/main" id="{1E11B124-42FC-2AAB-A6C1-247B339170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24997" y="3876810"/>
            <a:ext cx="2703242" cy="180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38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869</TotalTime>
  <Words>22</Words>
  <Application>Microsoft Macintosh PowerPoint</Application>
  <PresentationFormat>Custom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Smart phone screen – 480 pixel width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Enweani, Chinuogu</dc:creator>
  <cp:lastModifiedBy>Enweani, Chinuogu</cp:lastModifiedBy>
  <cp:revision>4</cp:revision>
  <dcterms:created xsi:type="dcterms:W3CDTF">2026-02-16T01:11:14Z</dcterms:created>
  <dcterms:modified xsi:type="dcterms:W3CDTF">2026-02-19T03:27:58Z</dcterms:modified>
</cp:coreProperties>
</file>